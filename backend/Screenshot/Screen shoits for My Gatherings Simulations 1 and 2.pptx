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454" r:id="rId3"/>
    <p:sldId id="455" r:id="rId4"/>
    <p:sldId id="456" r:id="rId5"/>
    <p:sldId id="259" r:id="rId6"/>
    <p:sldId id="299" r:id="rId7"/>
    <p:sldId id="300" r:id="rId8"/>
    <p:sldId id="301" r:id="rId9"/>
    <p:sldId id="4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37"/>
    <p:restoredTop sz="94658"/>
  </p:normalViewPr>
  <p:slideViewPr>
    <p:cSldViewPr snapToGrid="0">
      <p:cViewPr varScale="1">
        <p:scale>
          <a:sx n="120" d="100"/>
          <a:sy n="120" d="100"/>
        </p:scale>
        <p:origin x="1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5287-8F3D-1154-947B-41867C414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E46ED-CA20-A0FF-501B-D6C0E8A6C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042CF-AD79-2FB6-CA1D-DB569370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8DEDA-24E4-2DB9-1BF4-D48F1D1CF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90897-A4E0-6C94-444D-6B0A7617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4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C0A3-00E0-98E6-090B-41AA550F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0367B-081B-0763-D3C8-6A193F377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8CA02-179C-C1B3-9BDF-EF51FB4D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4637D-B132-C308-D20A-78BB40C6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E46C-72DB-455A-4FBA-F9014D35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60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E840-7A74-9934-76BE-358F954B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9629C-7A0C-9D48-D9F5-5AC628BF7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3C08F-D7CB-952E-A8D5-E08C934B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523D9-02C8-599C-73B2-822C789F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E50FB-FEC9-E0E8-497A-30CB049B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02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C5C2-BADF-5908-E7D4-17B5BD66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79095-3E87-8C63-AEA1-F324C19DD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6B7E1-5B7F-6D31-3712-2BF8C465A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E1861-B871-3D52-42FE-8D5CAACD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1A1B2-6F3E-0CDA-A5C2-B8F9FF44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5A423-A28E-3D99-7770-63BA0BE3E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4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F983-5E72-7644-0167-B60B01657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A8961-1B56-2542-8CCB-CE6A366CB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1DD61-F5DF-0436-AB4A-58D069821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56923-401C-5E66-1491-7655366D2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5F27A4-FE06-64D3-4CCD-678F31550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E7D65-FB70-AF9C-7597-20F16240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42D40-601F-82E5-01FD-48A92ED8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B8779C-7A3D-9262-3017-D58BCB79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62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5724-9AEE-B615-90BF-FBA56053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03BA76-C08B-21B6-0440-FAA009088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F2094-A5C4-1416-13C8-BC9DAA4A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6DD6-7237-929A-5E58-92131632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8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F4A7D-9BEC-F17D-3AAC-DCAB333E1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FAA30-E7A2-6F92-0D73-7AE365C4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072A6-CDDD-3290-1955-55A8BA53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1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FD32-871D-D397-16C3-2DDD5D048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1F5A7-E5F4-9355-A6E4-73A2C3040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846E1-D94A-A4D3-F310-DEF66DA8C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390BD-2A63-ACDC-05B1-61CA1DF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58E37-F237-26D9-C9F1-05B3ADB4D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C9409-2A02-11CD-1811-39AEE422F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9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249D-E390-A1F5-4F5F-DE869DFC9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CE273-19FD-BD2D-9DC6-513FD3B53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F569E-CB7B-337C-865D-51E4B9A58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DC295-FC11-2217-E99F-B9E9508A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CBEBF-4F35-0A0E-C1B4-BABEE503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337B9-90F8-8E5E-71DA-8A228471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1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B339-8D31-C63E-914A-4649B8642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F7B9C-6C7E-2EA8-7174-C96C504BC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FCDD8-6EC0-50D3-AB38-FFC27980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60F48-ACE6-B97D-D200-9D3ED4A1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29DCE-9F99-1071-4F10-B35B1CFD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70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5F8AF-3F3E-5171-F2AD-35430A5E4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99089-6095-439C-52FB-EB6BC2ABC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B1ED9-8182-558F-6170-B3F94519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7CAF7-50CB-701C-93F3-F70A24D6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92D4E-D9CB-A65F-4691-FDD33D50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4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A84A4-98B0-9E70-C26C-295898719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7CF15-F1BD-7061-2F7A-89196E05C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EC4F0-3118-2B38-803A-A837C4AB9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28B32-8DEC-3B43-8675-A4CD6166CCA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FC760-D270-E698-06A5-B594D9F25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2023A-0244-A6B4-5EC5-32579E690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E0638-3DE2-5846-9864-02A548C72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44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ACA7F-6EE1-D257-0326-95F4B7F9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A7F3-3AF1-7646-355A-FA4F3C14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 1 View Current Student List</a:t>
            </a:r>
          </a:p>
        </p:txBody>
      </p:sp>
    </p:spTree>
    <p:extLst>
      <p:ext uri="{BB962C8B-B14F-4D97-AF65-F5344CB8AC3E}">
        <p14:creationId xmlns:p14="http://schemas.microsoft.com/office/powerpoint/2010/main" val="2956484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36FE0-D9F7-6F3A-1AB2-5C48CA31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3FF2B-9CB3-3E7A-0F5D-B69EBA7523F8}"/>
              </a:ext>
            </a:extLst>
          </p:cNvPr>
          <p:cNvSpPr txBox="1">
            <a:spLocks/>
          </p:cNvSpPr>
          <p:nvPr/>
        </p:nvSpPr>
        <p:spPr>
          <a:xfrm>
            <a:off x="822960" y="899160"/>
            <a:ext cx="10515600" cy="44100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Slide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B696A72-67FD-36CA-1D68-7E23CE09F0C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Sim 1 View Current Student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8795A-EFDF-52F9-DC1C-DF572BEAD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59" y="1266715"/>
            <a:ext cx="9829092" cy="559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00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4BD58-8D0E-6AA9-41A6-F4CB4E13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B43D-5E27-9038-C9CE-F6D6474B658C}"/>
              </a:ext>
            </a:extLst>
          </p:cNvPr>
          <p:cNvSpPr txBox="1">
            <a:spLocks/>
          </p:cNvSpPr>
          <p:nvPr/>
        </p:nvSpPr>
        <p:spPr>
          <a:xfrm>
            <a:off x="822960" y="899160"/>
            <a:ext cx="10515600" cy="44100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Slide 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F8DC4A-D5F9-D9F9-A6D1-2685DBCA336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Sim 1 View Current Student List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2965E4-6102-08C5-863C-09DB36AE5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68" y="1254641"/>
            <a:ext cx="9830083" cy="560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1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C4318-366F-85DE-6564-1D2B63F89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C65F-893A-9740-C43E-98C302B7CF88}"/>
              </a:ext>
            </a:extLst>
          </p:cNvPr>
          <p:cNvSpPr txBox="1">
            <a:spLocks/>
          </p:cNvSpPr>
          <p:nvPr/>
        </p:nvSpPr>
        <p:spPr>
          <a:xfrm>
            <a:off x="822960" y="899160"/>
            <a:ext cx="10515600" cy="44100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Slide 3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C9293F-E390-D951-283A-474A35CFA13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Sim 1 View Current Student List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605185-B442-6D15-FE90-2675EB95DCB3}"/>
              </a:ext>
            </a:extLst>
          </p:cNvPr>
          <p:cNvGrpSpPr/>
          <p:nvPr/>
        </p:nvGrpSpPr>
        <p:grpSpPr>
          <a:xfrm>
            <a:off x="929640" y="1280160"/>
            <a:ext cx="9784080" cy="5577840"/>
            <a:chOff x="929640" y="1280160"/>
            <a:chExt cx="9784080" cy="55778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09D59C-A3CF-83C2-8A78-9388B75C3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9640" y="1280160"/>
              <a:ext cx="9784080" cy="557784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9FC384F-FB40-39B0-6761-B854B3FFF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44270" y="4006850"/>
              <a:ext cx="9354854" cy="2851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129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F7F2-4E56-C8E4-AB82-CD3AF8F0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07E02-98DB-758D-8F20-C0C1BEF0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 2 Export Student List</a:t>
            </a:r>
          </a:p>
        </p:txBody>
      </p:sp>
    </p:spTree>
    <p:extLst>
      <p:ext uri="{BB962C8B-B14F-4D97-AF65-F5344CB8AC3E}">
        <p14:creationId xmlns:p14="http://schemas.microsoft.com/office/powerpoint/2010/main" val="404319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AF72-0145-E5EF-9B04-536D2619E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E3A3-EB99-EF60-BD26-5B0BBA455223}"/>
              </a:ext>
            </a:extLst>
          </p:cNvPr>
          <p:cNvSpPr txBox="1">
            <a:spLocks/>
          </p:cNvSpPr>
          <p:nvPr/>
        </p:nvSpPr>
        <p:spPr>
          <a:xfrm>
            <a:off x="822960" y="899160"/>
            <a:ext cx="10515600" cy="44100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Slide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8DAF91F-3B45-5E17-FA8D-52DACA87431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Sim 2 Export Student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FBD3C-F88C-F442-30DA-69791B107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59" y="1266715"/>
            <a:ext cx="9829092" cy="559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88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D556-6653-FD06-C79D-DE9F27FB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62763-922D-77FC-41C3-E2851F1D0F15}"/>
              </a:ext>
            </a:extLst>
          </p:cNvPr>
          <p:cNvSpPr txBox="1">
            <a:spLocks/>
          </p:cNvSpPr>
          <p:nvPr/>
        </p:nvSpPr>
        <p:spPr>
          <a:xfrm>
            <a:off x="822960" y="899160"/>
            <a:ext cx="10515600" cy="44100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Slide 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30AE7D-D80A-5666-2007-88905959D8E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Sim 2 Export Student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F83F4A-8A24-A548-D0FD-199351673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68" y="1254641"/>
            <a:ext cx="9830083" cy="560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51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3300-B926-AFA9-6255-215E645B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7F32-6BAC-BD0F-B035-48485CF93FBE}"/>
              </a:ext>
            </a:extLst>
          </p:cNvPr>
          <p:cNvSpPr txBox="1">
            <a:spLocks/>
          </p:cNvSpPr>
          <p:nvPr/>
        </p:nvSpPr>
        <p:spPr>
          <a:xfrm>
            <a:off x="822960" y="899160"/>
            <a:ext cx="10515600" cy="44100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Slide 3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6E1EA2-9E99-9393-08D5-4F417FF169A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Sim 2 Export Student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AD13A-01AB-CAF1-356E-7C585EAD7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1280160"/>
            <a:ext cx="9784080" cy="5577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DCF285-1274-F632-1FA1-27ECB3C8F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4270" y="4006850"/>
            <a:ext cx="9354854" cy="28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28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A00E-61D2-7DCD-FDF9-F25FCA809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F313-682F-0329-B256-E37E6DFB94F6}"/>
              </a:ext>
            </a:extLst>
          </p:cNvPr>
          <p:cNvSpPr txBox="1">
            <a:spLocks/>
          </p:cNvSpPr>
          <p:nvPr/>
        </p:nvSpPr>
        <p:spPr>
          <a:xfrm>
            <a:off x="822960" y="899160"/>
            <a:ext cx="10515600" cy="44100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Slide 4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D4C8A8F-36C0-FF59-2072-D97319BFBC4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4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Sim 2 Export Student List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FA813E-6510-7CCE-5CD5-0CA0C4155319}"/>
              </a:ext>
            </a:extLst>
          </p:cNvPr>
          <p:cNvGrpSpPr/>
          <p:nvPr/>
        </p:nvGrpSpPr>
        <p:grpSpPr>
          <a:xfrm>
            <a:off x="925032" y="1299091"/>
            <a:ext cx="9781954" cy="4761467"/>
            <a:chOff x="2120900" y="1873250"/>
            <a:chExt cx="7950200" cy="3111500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9511FFC1-B99F-1B2F-3AC6-39C725764E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0900" y="1873250"/>
              <a:ext cx="7950200" cy="3111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70105AD-CB5B-5258-716E-5938A8A1E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16126" y="3993411"/>
              <a:ext cx="7710376" cy="9126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822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63</Words>
  <Application>Microsoft Macintosh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Sim 1 View Current Student List</vt:lpstr>
      <vt:lpstr>PowerPoint Presentation</vt:lpstr>
      <vt:lpstr>PowerPoint Presentation</vt:lpstr>
      <vt:lpstr>PowerPoint Presentation</vt:lpstr>
      <vt:lpstr>Sim 2 Export Student List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 L Edwards</dc:creator>
  <cp:lastModifiedBy>Rick L Edwards</cp:lastModifiedBy>
  <cp:revision>20</cp:revision>
  <dcterms:created xsi:type="dcterms:W3CDTF">2026-04-22T17:59:54Z</dcterms:created>
  <dcterms:modified xsi:type="dcterms:W3CDTF">2026-04-23T07:01:39Z</dcterms:modified>
</cp:coreProperties>
</file>